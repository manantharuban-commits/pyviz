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-1234" y="-49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73152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73152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23444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123444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23444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73736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173736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73736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24028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224028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2240280"/>
            <a:ext cx="82296" cy="82296"/>
          </a:xfrm>
          <a:prstGeom prst="ellipse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85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5720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Outlook HTML Reports Need This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2029968"/>
            <a:ext cx="5303520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214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charts. Line charts. Heatmaps. Funnels.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work in Outlook HTML email — until now.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Senior Management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Outlook Blocks Every Chart Library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HTML+SQL email cannot render visual charts — here is why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41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Outlook Strips or Ignores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&lt;canvas&gt; 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renders in Word engine — no canvas support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01368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37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SVG inline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057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Outlook versions strip &lt;svg&gt; completely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68296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68296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04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JavaScript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JS blocked — Chart.js, D3.js, Highcharts all dead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35224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35224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71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CSS animations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91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— no animated charts or transitions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02152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02152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387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@font-face / web fonts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58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 — chart text looks broken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4160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69080"/>
            <a:ext cx="640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Flexbox / Grid CSS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— layouts collapse or misalign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841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HTML Email = Tables 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1234440"/>
            <a:ext cx="4251960" cy="3429000"/>
          </a:xfrm>
          <a:prstGeom prst="rect">
            <a:avLst/>
          </a:prstGeom>
          <a:solidFill>
            <a:srgbClr val="FFF7ED"/>
          </a:solidFill>
          <a:ln w="9525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PyViz, your HTML email reports are limited to: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1664208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tables with raw numbers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/ colour-coded cells at best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 summaries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pasted screenshot images (stale)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trendlines, no proportions, no distributions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must interpret numbers — no visual 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personalisation per recipient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45262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Reports are data dumps, not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PyViz Solves It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renders charts server-side and replaces a template variable with a plain image tag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804672"/>
            <a:ext cx="2468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04672"/>
            <a:ext cx="2468880" cy="41148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04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280160"/>
            <a:ext cx="2249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BigQuery table or view.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needed.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3075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37560" y="804672"/>
            <a:ext cx="2468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804672"/>
            <a:ext cx="24688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804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1280160"/>
            <a:ext cx="2249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data.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chart as PNG.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3075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804672"/>
            <a:ext cx="2468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04672"/>
            <a:ext cx="24688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804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7648" y="1280160"/>
            <a:ext cx="2249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appears as image.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every email client.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395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3749040" cy="1627632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743200"/>
            <a:ext cx="37490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html_template in email_list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054096"/>
            <a:ext cx="3520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&lt;h2&gt;Monthly Sales Report&lt;/h2&gt;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&lt;p&gt;Summary text here...&lt;/p&gt;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{{SALES_CHART}}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&lt;p&gt;More content...&lt;/p&gt;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251960" y="3749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0" y="2743200"/>
            <a:ext cx="3931920" cy="1627632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2743200"/>
            <a:ext cx="39319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HTML sent to recipient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7488" y="3054096"/>
            <a:ext cx="3703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&lt;h2&gt;Monthly Sales Report&lt;/h2&gt;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&lt;p&gt;Summary text here...&lt;/p&gt;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src="data:image/png;base64,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iVBORw0KGgoAAAANSUhEU..."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width="600" /&gt;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&lt;p&gt;More content...&lt;/p&gt;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47488" y="3401568"/>
            <a:ext cx="3310128" cy="4572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462272"/>
            <a:ext cx="8412480" cy="32004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cannot render canvas, SVG, or JavaScript — but it has always rendered &lt;img&gt; tags. PyViz exploits this.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— email_list to email_output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driven by configuration — no code changes per report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411480" cy="59436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229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417320"/>
            <a:ext cx="0" cy="100584"/>
          </a:xfrm>
          <a:prstGeom prst="line">
            <a:avLst/>
          </a:prstGeom>
          <a:noFill/>
          <a:ln w="19050">
            <a:solidFill>
              <a:srgbClr val="0F2D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822960"/>
            <a:ext cx="82296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822960"/>
            <a:ext cx="54864" cy="59436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email_list  (BigQuery table)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10972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(report_name × email_id). Holds: recipient_email, subject, html_template with {{CHART}} placeholders, filter_params JSON (per-recipient variable overrides).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517904"/>
            <a:ext cx="41148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5179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2112264"/>
            <a:ext cx="0" cy="10058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1517904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1517904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 email_list ⋈ chart_config_view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7824" y="17922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joins on report_name. Result: one row per (recipient × chart). Supplies chart_type, bq_table, filters, x_column, y_columns, title, color_theme, sort_position, width_px, height_px.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212848"/>
            <a:ext cx="4114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21284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" y="2807208"/>
            <a:ext cx="0" cy="10058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221284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2212848"/>
            <a:ext cx="54864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Resolution  (per recipient group)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" y="24871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{today}, {this_month}, {this_quarter_year} auto-computed. filter_params JSON merged on top — e.g. employee_id='EMP-042' applied in WHERE clause. Subject line and title strings also resolved.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907792"/>
            <a:ext cx="4114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0779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" y="3502152"/>
            <a:ext cx="0" cy="10058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290779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290779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Chart Render  (4 threads)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" y="318211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{{PLACEHOLDER}} in html_template triggers: resolve filters → SELECT x,y FROM bq_table WHERE filters → fetch data → Altair render → vl-convert → base64 PNG string.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602736"/>
            <a:ext cx="41148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60273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4197096"/>
            <a:ext cx="0" cy="10058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360273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3602736"/>
            <a:ext cx="54864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+ Save HTML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7824" y="38770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{{PLACEHOLDER}} replaced with Outlook-safe &lt;img src='data:image/png;base64,...'&gt;. One .html file written per (report_name × email_id) to output_emails/.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4297680"/>
            <a:ext cx="411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2976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3232" y="4297680"/>
            <a:ext cx="8229600" cy="5943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4297680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334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email_output  (BigQuery audit table)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7824" y="4572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written: report_name, recipient_email, status (SUCCESS/WARN/FAILED), charts_injected / total_charts, error_message, processed_at timestamp.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" y="47091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is the only system touched — no files to manage, no manual steps.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New Chart — 15 Minutes, SQL Only, Zero Python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adds a chart by writing one SQL block and inserting one template variable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86868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64008" cy="14447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89611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" y="950976"/>
            <a:ext cx="658368" cy="219456"/>
          </a:xfrm>
          <a:prstGeom prst="rect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9509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36192" y="932688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one UNION ALL block to chart_config_view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1307592"/>
            <a:ext cx="6309360" cy="877824"/>
          </a:xfrm>
          <a:prstGeom prst="rect">
            <a:avLst/>
          </a:prstGeom>
          <a:solidFill>
            <a:srgbClr val="0F2340"/>
          </a:solidFill>
          <a:ln w="12700">
            <a:solidFill>
              <a:srgbClr val="0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1307592"/>
            <a:ext cx="6309360" cy="219456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30759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Command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" y="1554480"/>
            <a:ext cx="6108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'Monthly_Sales_Report'  AS report_name,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'REGION_PIE'            AS variable_name,   -- this becomes {{REGION_PIE}} in template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'arc_altair'            AS chart_type,       -- pie / donut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'your_dataset.sales'    AS bq_table,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'month = {this_month}'  AS filters,          -- token auto-resolved per run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'region'                AS x_column,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'revenue'               AS y_columns,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'Revenue by Region'     AS title,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'vibrant'               AS color_theme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1307592"/>
            <a:ext cx="2011680" cy="877824"/>
          </a:xfrm>
          <a:prstGeom prst="rect">
            <a:avLst/>
          </a:prstGeom>
          <a:solidFill>
            <a:srgbClr val="1565C0">
              <a:alpha val="8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1307592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needed — in BigQuery console. No Python file to touch.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304288"/>
            <a:ext cx="8686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304288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39572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" y="2450592"/>
            <a:ext cx="658368" cy="219456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2450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36192" y="2432304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{{REGION_PIE}} placeholder into html_template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2807208"/>
            <a:ext cx="630936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0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807208"/>
            <a:ext cx="6309360" cy="219456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8072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Command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" y="3054096"/>
            <a:ext cx="6108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email_list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html_template = html_template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|| '&lt;h3&gt;Revenue Mix This Month&lt;/h3&gt;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{{REGION_PIE}}'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report_name = 'Monthly_Sales_Report';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2807208"/>
            <a:ext cx="2011680" cy="530352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280720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 email_list. Engine detects token automatically.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64899"/>
            <a:ext cx="8686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456432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54787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4672" y="3602736"/>
            <a:ext cx="658368" cy="219456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36027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36192" y="3584448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engine — chart appears in every recipient's email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4048" y="3959352"/>
            <a:ext cx="630936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0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4048" y="3959352"/>
            <a:ext cx="6309360" cy="219456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95935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Command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3776" y="4206240"/>
            <a:ext cx="6108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chart_email_engine_v15.py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 REGION_PIE  [arc_altair]  pos=3  (42,811 chars)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 Saved → output_emails/Monthly_Sales_Report__EMP001.html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 Status: SUCCESS  charts=3/3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66560" y="3959352"/>
            <a:ext cx="2011680" cy="530352"/>
          </a:xfrm>
          <a:prstGeom prst="rect">
            <a:avLst/>
          </a:prstGeom>
          <a:solidFill>
            <a:srgbClr val="16A34A">
              <a:alpha val="8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95160" y="4050792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edits. No deployments. Chart renders for all recipients.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Variables — One Chart Config, N Personalised Views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filters/titles auto-resolve per recipient — no duplicate config rows needed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 Are Resolved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84048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25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filter_params 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Per-recipient override in email_list.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{"email_id":"EMP-042","region":"South"}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33832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340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TABLE_VARS (config.py)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constants — e.g. env=prod.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every email in this run.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419856"/>
            <a:ext cx="2926080" cy="9601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456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Runtime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77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{today}  {this_month}  {this_quarter_year}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{last_quarter_year}  {this_year}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8229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1188720"/>
            <a:ext cx="4434840" cy="3154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188720"/>
            <a:ext cx="1508760" cy="29260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1188720"/>
            <a:ext cx="1234440" cy="29260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188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69480" y="1188720"/>
            <a:ext cx="1572768" cy="29260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1887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1508760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50876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{today}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89320" y="1508760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150876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WHERE / titles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34840" y="1856232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1856232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{this_month}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1856232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185623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filters, chart subtitle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34840" y="2203704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203704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{this_year}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89320" y="2203704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220370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filters, titles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34840" y="2551176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2551176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{this_quarter_year}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89320" y="2551176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255117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reports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34840" y="2898648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2898648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{last_quarter_year}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9320" y="2898648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23760" y="289864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comparison charts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34840" y="3246120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24612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{email_id}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89320" y="3246120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EMP-042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24612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Per-recipient row filter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434840" y="3593592"/>
            <a:ext cx="4434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3593592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token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989320" y="3593592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23760" y="359359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filter_params JSON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434840" y="3941064"/>
            <a:ext cx="4434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3941064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{{CHART_VAR}}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989320" y="3941064"/>
            <a:ext cx="1207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&lt;img&gt; tag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23760" y="3941064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html_template placeholder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filters = "employee_id = '{email_id}' AND month = '{this_month}'"  →  different SQL per recipient, same config row.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Chart Types — All Config-Driven, Available Today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chart_type in chart_config_view — no Python changes needed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976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078992"/>
            <a:ext cx="45720" cy="512064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115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67712" y="1133856"/>
            <a:ext cx="2148840" cy="16459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13385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line_altair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335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volume over time. Shows direction, inflection points, seasonality.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609344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09344"/>
            <a:ext cx="45720" cy="512064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67712" y="1664208"/>
            <a:ext cx="2148840" cy="16459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66420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area_altair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4048" y="18653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 or cumulative metrics. Fill under the line adds visual weight.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212848"/>
            <a:ext cx="4297680" cy="256032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487168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487168"/>
            <a:ext cx="45720" cy="512064"/>
          </a:xfrm>
          <a:prstGeom prst="rect">
            <a:avLst/>
          </a:prstGeom>
          <a:solidFill>
            <a:srgbClr val="0F2D54">
              <a:alpha val="70000"/>
            </a:srgbClr>
          </a:solidFill>
          <a:ln w="12700">
            <a:solidFill>
              <a:srgbClr val="0F2D54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67712" y="2542032"/>
            <a:ext cx="2148840" cy="164592"/>
          </a:xfrm>
          <a:prstGeom prst="rect">
            <a:avLst/>
          </a:prstGeom>
          <a:solidFill>
            <a:srgbClr val="0F2D54">
              <a:alpha val="12000"/>
            </a:srgbClr>
          </a:solidFill>
          <a:ln w="12700">
            <a:solidFill>
              <a:srgbClr val="0F2D5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54203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bar_altair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4048" y="27432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comparison — top products, regions, agents sorted by value.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017520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017520"/>
            <a:ext cx="45720" cy="512064"/>
          </a:xfrm>
          <a:prstGeom prst="rect">
            <a:avLst/>
          </a:prstGeom>
          <a:solidFill>
            <a:srgbClr val="0F2D54">
              <a:alpha val="70000"/>
            </a:srgbClr>
          </a:solidFill>
          <a:ln w="12700">
            <a:solidFill>
              <a:srgbClr val="0F2D54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054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67712" y="3072384"/>
            <a:ext cx="2148840" cy="164592"/>
          </a:xfrm>
          <a:prstGeom prst="rect">
            <a:avLst/>
          </a:prstGeom>
          <a:solidFill>
            <a:srgbClr val="0F2D54">
              <a:alpha val="12000"/>
            </a:srgbClr>
          </a:solidFill>
          <a:ln w="12700">
            <a:solidFill>
              <a:srgbClr val="0F2D54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07238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grouped_bar_altair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" y="3273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groups — this month vs last month by category.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547872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547872"/>
            <a:ext cx="45720" cy="512064"/>
          </a:xfrm>
          <a:prstGeom prst="rect">
            <a:avLst/>
          </a:prstGeom>
          <a:solidFill>
            <a:srgbClr val="0F2D54">
              <a:alpha val="70000"/>
            </a:srgbClr>
          </a:solidFill>
          <a:ln w="12700">
            <a:solidFill>
              <a:srgbClr val="0F2D54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584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67712" y="3602736"/>
            <a:ext cx="2148840" cy="164592"/>
          </a:xfrm>
          <a:prstGeom prst="rect">
            <a:avLst/>
          </a:prstGeom>
          <a:solidFill>
            <a:srgbClr val="0F2D54">
              <a:alpha val="12000"/>
            </a:srgbClr>
          </a:solidFill>
          <a:ln w="12700">
            <a:solidFill>
              <a:srgbClr val="0F2D54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360273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2D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stacked_bar_altair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4048" y="38039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across periods — revenue split by product line.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151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81728" y="804672"/>
            <a:ext cx="4297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&amp; DISTRIBUTION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81728" y="1078992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81728" y="1078992"/>
            <a:ext cx="45720" cy="512064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9744" y="1115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Scatter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3408" y="1133856"/>
            <a:ext cx="2148840" cy="16459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11696" y="113385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scatter_altair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09744" y="1335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size encoding — cost vs revenue, sized by volume.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81728" y="1609344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81728" y="1609344"/>
            <a:ext cx="45720" cy="512064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9744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93408" y="1664208"/>
            <a:ext cx="2148840" cy="16459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11696" y="166420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heatmap_altair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809744" y="18653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intensity grid — day × hour activity, product × month performance.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81728" y="2139696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81728" y="2139696"/>
            <a:ext cx="45720" cy="512064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09744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Plot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693408" y="2194560"/>
            <a:ext cx="2148840" cy="16459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11696" y="219456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strip_altair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809744" y="2395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data points per group — spot outliers, see spread.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81728" y="2670048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81728" y="2670048"/>
            <a:ext cx="45720" cy="512064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09744" y="2706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693408" y="2724912"/>
            <a:ext cx="2148840" cy="16459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11696" y="272491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boxplot_altair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809744" y="2926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spread — median, quartiles, outliers for NPS or SLA data.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81728" y="3273552"/>
            <a:ext cx="42976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91456" y="3273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681728" y="3547872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81728" y="3547872"/>
            <a:ext cx="45720" cy="512064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09744" y="3584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93408" y="3602736"/>
            <a:ext cx="2148840" cy="16459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11696" y="360273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metric_card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809744" y="38039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headline KPI — Total ARR, MoM % change, with trend indicator.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681728" y="4078224"/>
            <a:ext cx="429768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81728" y="4078224"/>
            <a:ext cx="45720" cy="512064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09744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Chart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693408" y="4133088"/>
            <a:ext cx="2148840" cy="16459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11696" y="413308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bullet_altair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4809744" y="4334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vs tolerance band — sales attainment at a glance.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791456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ETAI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17720" y="804672"/>
            <a:ext cx="0" cy="4023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Report Storytelling — Before vs After PyViz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source, completely different insight — charts answer questions tables cannot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834640" cy="310896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804672"/>
            <a:ext cx="274320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804672"/>
            <a:ext cx="29718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04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from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2968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HTML Table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8046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With PyViz Chart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161288"/>
            <a:ext cx="8686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161288"/>
            <a:ext cx="54864" cy="6126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207008"/>
            <a:ext cx="2715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growing or declining?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90672" y="1161288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16168" y="1161288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216152"/>
            <a:ext cx="2670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12 monthly numbers in a column. Reader must spot the trend manually.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9320" y="1216152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line_altair — trend line shows direction, inflection points and seasonality instantly.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1810512"/>
            <a:ext cx="8686800" cy="6126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810512"/>
            <a:ext cx="54864" cy="6126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856232"/>
            <a:ext cx="2715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contributes most?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90672" y="1810512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6168" y="1810512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1865376"/>
            <a:ext cx="2670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% column with 8 rows. Reader must mentally compare proportions.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1865376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arc_altair (donut) — each segment is sized by share. Winner is obvious.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459736"/>
            <a:ext cx="8686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459736"/>
            <a:ext cx="54864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505456"/>
            <a:ext cx="2715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our pipeline drop off?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90672" y="2459736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16168" y="2459736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2514600"/>
            <a:ext cx="2670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Four separate count cells. Drop-off is a calculation, not visible.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251460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funnel_altair — each stage narrows visually. Problem stage is unmissable.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108960"/>
            <a:ext cx="8686800" cy="6126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108960"/>
            <a:ext cx="54864" cy="6126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154680"/>
            <a:ext cx="2715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hitting the sales target?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90672" y="3108960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16168" y="3108960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3163824"/>
            <a:ext cx="2670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Two numbers side by side: actual and target. Delta is manual.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3163824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bullet_altair — actual vs target vs tolerance band. Red/green at a glance.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3758184"/>
            <a:ext cx="8686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758184"/>
            <a:ext cx="54864" cy="61264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803904"/>
            <a:ext cx="2715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× month is weakest?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90672" y="3758184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16168" y="3758184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54680" y="3813048"/>
            <a:ext cx="2670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Pivot table — reader must scan every cell across the full grid.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89320" y="3813048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heatmap_altair — colour intensity highlights weak cells immediately.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407408"/>
            <a:ext cx="8686800" cy="6126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4407408"/>
            <a:ext cx="54864" cy="6126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4453128"/>
            <a:ext cx="2715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month compare to last?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90672" y="4407408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16168" y="4407408"/>
            <a:ext cx="0" cy="612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54680" y="4462272"/>
            <a:ext cx="2670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Side-by-side numbers. Requires arithmetic to understand the delta.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989320" y="4462272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grouped_bar_altair — columns sit next to each other. Delta is visual.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SQL Email vs PyViz — Key Differences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the same BigQuery data — PyViz adds what Outlook HTML simply cannot 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286000" cy="347472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822960"/>
            <a:ext cx="31089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2432" y="822960"/>
            <a:ext cx="317296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24328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HTML + SQL 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88152" y="82296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PyViz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234440"/>
            <a:ext cx="8686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234440"/>
            <a:ext cx="2286000" cy="987552"/>
          </a:xfrm>
          <a:prstGeom prst="rect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234440"/>
            <a:ext cx="64008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3075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1581912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come from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0" cy="9875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234440"/>
            <a:ext cx="0" cy="9875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1325880"/>
            <a:ext cx="299923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Analyst writes SQL queries manually per report.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Each query hard-coded to a specific table.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Changes to source table require updating HTML code.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shared config — each report is standalone.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97296" y="1325880"/>
            <a:ext cx="30632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BigQuery tables — zero migration or changes needed.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bq_table field in chart_config_view points to any table.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table change = update one config field only.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reports share a single, unified config layer.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276856"/>
            <a:ext cx="8686800" cy="987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276856"/>
            <a:ext cx="2286000" cy="987552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276856"/>
            <a:ext cx="6400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3500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2624328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visuals reach the reader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42032" y="2276856"/>
            <a:ext cx="0" cy="9875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276856"/>
            <a:ext cx="0" cy="9875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368296"/>
            <a:ext cx="299923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Canvas, SVG, and JavaScript — all stripped by Outlook.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Chart.js, D3.js, Highcharts: silently fail in email.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Only workaround: manually paste static screenshots.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Screenshots go stale — data is frozen at paste time.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97296" y="2368296"/>
            <a:ext cx="30632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renders chart server-side using Vega-Altair.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Output is a PNG encoded as base64 inside an &lt;img&gt; tag.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&lt;img&gt; tags are supported by every email client — always.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Charts are freshly generated on every engine run.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319272"/>
            <a:ext cx="86868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319272"/>
            <a:ext cx="2286000" cy="877824"/>
          </a:xfrm>
          <a:prstGeom prst="rect">
            <a:avLst/>
          </a:prstGeom>
          <a:solidFill>
            <a:srgbClr val="475569">
              <a:alpha val="10000"/>
            </a:srgbClr>
          </a:solidFill>
          <a:ln w="1270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319272"/>
            <a:ext cx="64008" cy="87782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3924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366674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theme per chart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42032" y="3319272"/>
            <a:ext cx="0" cy="87782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3319272"/>
            <a:ext cx="0" cy="87782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410712"/>
            <a:ext cx="299923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feasible — HTML email has no reliable dark-mode trigger.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CSS media queries for dark mode ignored by Outlook.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Would require maintaining two separate HTML templates.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97296" y="3410712"/>
            <a:ext cx="30632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dark_mode flag per chart row in chart_config_view.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config field flips background, text, grid colours.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chart in the same email can have its own theme.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251960"/>
            <a:ext cx="8686800" cy="987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4251960"/>
            <a:ext cx="2286000" cy="987552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251960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32511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Error Tracking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" y="4599432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something fails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42032" y="4251960"/>
            <a:ext cx="0" cy="9875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0" y="4251960"/>
            <a:ext cx="0" cy="9875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4343400"/>
            <a:ext cx="299923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built-in error logging — failures are silent.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Wrong chart goes unnoticed until reader complains.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record of which emails were sent or succeeded.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Debugging requires manually re-running and inspecting.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97296" y="4343400"/>
            <a:ext cx="306324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email_output BQ table written after every run.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Fields: status (SUCCESS / WARN / FAILED), error_message.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charts_injected vs total_charts ratio — partial failures visible.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processed_at timestamp — full audit trail per recipient.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Summary — Setup Once, Extend Forever Without Python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 unlocks permanent self-serve chart capability for analysts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(~4 days total)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212848" cy="2743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822960" cy="2743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170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170432"/>
            <a:ext cx="1024128" cy="2743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170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42245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46304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engine + BQ schema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4630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14630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 + DBA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801368"/>
            <a:ext cx="42245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01368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email template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42032" y="18013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1801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139696"/>
            <a:ext cx="42245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13969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chart_config_view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42032" y="213969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1568" y="21396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478024"/>
            <a:ext cx="42245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7802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 account + IAM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42032" y="24780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01568" y="24780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Admin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422452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1635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(Cloud Scheduler)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42032" y="28163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01568" y="28163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154680"/>
            <a:ext cx="4224528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5468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 report validation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42032" y="31546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01568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Dev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493008"/>
            <a:ext cx="4224528" cy="329184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493008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42032" y="34930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6344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— Analyst Self-Serve (No Dev Needed)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17720" y="1170432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1170432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225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chart to existing report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28032" y="1472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 ·  Analyst (SQL only)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1792224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1792224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8470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report recipient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28032" y="20939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 ·  Analyst (INSERT row)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2414016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2414016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468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title / colour theme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28032" y="2715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 ·  Analyst (UPDATE row)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3035808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17720" y="3035808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0906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report from scratch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828032" y="3337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hrs  ·  Analyst + Dev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3657600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3657600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entirely new chart type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828032" y="3959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day  ·  Python Dev (one-off)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4279392"/>
            <a:ext cx="4251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17720" y="4279392"/>
            <a:ext cx="6400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4334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automated run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828032" y="45811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  ·  Fully automated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a Glance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49808"/>
            <a:ext cx="265176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new chart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74980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49808"/>
            <a:ext cx="265176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9326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effort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chart (SQL only)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74980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749808"/>
            <a:ext cx="265176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9326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67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available today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98648"/>
            <a:ext cx="265176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81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setup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end-to-end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89864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898648"/>
            <a:ext cx="265176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081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38328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 emails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per recipient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898648"/>
            <a:ext cx="2651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898648"/>
            <a:ext cx="2651760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081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30936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compatible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PNG — every email client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Automated Chart Email Engine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Recommended Next Steps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 ·  Chart Email Engine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8412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PyViz Gives You Over HTML + SQL 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167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207008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strips canvas, SVG and JS — pie charts, line charts, heatmaps are impossible in native HTML email.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836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1773936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PyViz renders charts server-side and injects base64 PNG &lt;img&gt; tags — the one format Outlook always supports.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505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" y="234086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chart takes 15 minutes of SQL — one UNION ALL block plus one {{TOKEN}} in the HTML template.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290779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like {this_month} and {email_id} mean one config row serves every recipient with personalised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" y="3474720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fully audited: charts_injected, status, and error messages written to email_output table.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151376"/>
            <a:ext cx="246888" cy="2468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513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4041648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chart types are live today — trend, comparison, part-to-whole, distribution, KPI, and detail.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841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120700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33502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9632" y="128016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GCP service account + BigQuery dataset access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193852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0665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9632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BQ schema SQL → create email_list, chart_config_view, email_output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0" y="267004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279806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274320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one existing HTML report — replace one table with a line chart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340156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35295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9632" y="34747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 — review generated HTML for all recipients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0" y="413308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60720" y="4261104"/>
            <a:ext cx="347472" cy="347472"/>
          </a:xfrm>
          <a:prstGeom prst="ellipse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99632" y="42062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via Cloud Scheduler — fully automated from here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2324</Words>
  <Application>Microsoft Office PowerPoint</Application>
  <PresentationFormat>On-screen Show (16:9)</PresentationFormat>
  <Paragraphs>382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PyViz – Why Charts Beat HTML Email Tables</dc:title>
  <dc:subject>PptxGenJS Presentation</dc:subject>
  <dc:creator>PyViz Team</dc:creator>
  <cp:lastModifiedBy>user</cp:lastModifiedBy>
  <cp:revision>2</cp:revision>
  <dcterms:created xsi:type="dcterms:W3CDTF">2026-05-11T02:38:14Z</dcterms:created>
  <dcterms:modified xsi:type="dcterms:W3CDTF">2026-05-11T02:46:31Z</dcterms:modified>
</cp:coreProperties>
</file>